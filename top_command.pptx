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E4A-B4A6-43B5-BDFB-AED6EBC289D0}" type="datetimeFigureOut">
              <a:rPr lang="nl-BE" smtClean="0"/>
              <a:t>15/02/2018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9A3B-A694-44B7-A553-A9E1EBE6E5B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88231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E4A-B4A6-43B5-BDFB-AED6EBC289D0}" type="datetimeFigureOut">
              <a:rPr lang="nl-BE" smtClean="0"/>
              <a:t>15/02/2018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9A3B-A694-44B7-A553-A9E1EBE6E5B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41103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E4A-B4A6-43B5-BDFB-AED6EBC289D0}" type="datetimeFigureOut">
              <a:rPr lang="nl-BE" smtClean="0"/>
              <a:t>15/02/2018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9A3B-A694-44B7-A553-A9E1EBE6E5B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8671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E4A-B4A6-43B5-BDFB-AED6EBC289D0}" type="datetimeFigureOut">
              <a:rPr lang="nl-BE" smtClean="0"/>
              <a:t>15/02/2018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9A3B-A694-44B7-A553-A9E1EBE6E5B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4033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E4A-B4A6-43B5-BDFB-AED6EBC289D0}" type="datetimeFigureOut">
              <a:rPr lang="nl-BE" smtClean="0"/>
              <a:t>15/02/2018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9A3B-A694-44B7-A553-A9E1EBE6E5B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61829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E4A-B4A6-43B5-BDFB-AED6EBC289D0}" type="datetimeFigureOut">
              <a:rPr lang="nl-BE" smtClean="0"/>
              <a:t>15/02/2018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9A3B-A694-44B7-A553-A9E1EBE6E5B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1736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E4A-B4A6-43B5-BDFB-AED6EBC289D0}" type="datetimeFigureOut">
              <a:rPr lang="nl-BE" smtClean="0"/>
              <a:t>15/02/2018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9A3B-A694-44B7-A553-A9E1EBE6E5B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5895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E4A-B4A6-43B5-BDFB-AED6EBC289D0}" type="datetimeFigureOut">
              <a:rPr lang="nl-BE" smtClean="0"/>
              <a:t>15/02/2018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9A3B-A694-44B7-A553-A9E1EBE6E5B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70005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E4A-B4A6-43B5-BDFB-AED6EBC289D0}" type="datetimeFigureOut">
              <a:rPr lang="nl-BE" smtClean="0"/>
              <a:t>15/02/2018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9A3B-A694-44B7-A553-A9E1EBE6E5B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1591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E4A-B4A6-43B5-BDFB-AED6EBC289D0}" type="datetimeFigureOut">
              <a:rPr lang="nl-BE" smtClean="0"/>
              <a:t>15/02/2018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9A3B-A694-44B7-A553-A9E1EBE6E5B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929224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6EE4A-B4A6-43B5-BDFB-AED6EBC289D0}" type="datetimeFigureOut">
              <a:rPr lang="nl-BE" smtClean="0"/>
              <a:t>15/02/2018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569A3B-A694-44B7-A553-A9E1EBE6E5B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42349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6EE4A-B4A6-43B5-BDFB-AED6EBC289D0}" type="datetimeFigureOut">
              <a:rPr lang="nl-BE" smtClean="0"/>
              <a:t>15/02/2018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69A3B-A694-44B7-A553-A9E1EBE6E5B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47157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4736" y="-10"/>
            <a:ext cx="7242688" cy="64940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600" dirty="0" smtClean="0"/>
              <a:t>Tasks: 333 total,   2 running, 330 sleeping,   1 stopped,   0 zombie</a:t>
            </a:r>
          </a:p>
          <a:p>
            <a:r>
              <a:rPr lang="nl-BE" sz="1600" dirty="0" smtClean="0"/>
              <a:t>%Cpu(s): 20,0 us,  0,0 sy,  0,0 ni, 79,9 id,  0,0 wa,  0,0 hi,  0,0 si,  0,0 st</a:t>
            </a:r>
          </a:p>
          <a:p>
            <a:r>
              <a:rPr lang="nl-BE" sz="1600" dirty="0" smtClean="0"/>
              <a:t>KiB Mem:  19804076+total, 13259345+used, 65447304 free,  1075368 buffers</a:t>
            </a:r>
          </a:p>
          <a:p>
            <a:r>
              <a:rPr lang="nl-BE" sz="1600" dirty="0" smtClean="0"/>
              <a:t>KiB Swap: 19531264+total,    72036 used, 19524060+free. 12587646+cached Mem</a:t>
            </a:r>
          </a:p>
          <a:p>
            <a:endParaRPr lang="nl-BE" sz="1600" dirty="0" smtClean="0"/>
          </a:p>
          <a:p>
            <a:r>
              <a:rPr lang="nl-BE" sz="1600" dirty="0" smtClean="0"/>
              <a:t>  PID USER      PR  NI    VIRT    RES    SHR S  %CPU %MEM     TIME+ COMMAND              </a:t>
            </a:r>
          </a:p>
          <a:p>
            <a:r>
              <a:rPr lang="nl-BE" sz="1600" dirty="0" smtClean="0"/>
              <a:t> 5273 hforsb    20   0 1398236 492784  78964 R 400,3  0,2  71:34.28 qcprog.exe           </a:t>
            </a:r>
          </a:p>
          <a:p>
            <a:r>
              <a:rPr lang="nl-BE" sz="1600" dirty="0" smtClean="0"/>
              <a:t> 5479 kronop    20   0   30516   3440   2772 R   0,3  0,0   0:00.01 top                  </a:t>
            </a:r>
          </a:p>
          <a:p>
            <a:r>
              <a:rPr lang="nl-BE" sz="1600" dirty="0" smtClean="0"/>
              <a:t>    1 root      20   0   34704   3400   1856 S   0,0  0,0   1:12.16 init                 </a:t>
            </a:r>
          </a:p>
          <a:p>
            <a:r>
              <a:rPr lang="nl-BE" sz="1600" dirty="0" smtClean="0"/>
              <a:t>    2 root      20   0       0      0      0 S   0,0  0,0   0:00.61 kthreadd             </a:t>
            </a:r>
          </a:p>
          <a:p>
            <a:r>
              <a:rPr lang="nl-BE" sz="1600" dirty="0" smtClean="0"/>
              <a:t>    3 root      20   0       0      0      0 S   0,0  0,0   0:01.09 ksoftirqd/0          </a:t>
            </a:r>
          </a:p>
          <a:p>
            <a:r>
              <a:rPr lang="nl-BE" sz="1600" dirty="0" smtClean="0"/>
              <a:t>    5 root       0 -20       0      0      0 S   0,0  0,0   0:00.00 kworker/0:0H         </a:t>
            </a:r>
          </a:p>
          <a:p>
            <a:r>
              <a:rPr lang="nl-BE" sz="1600" dirty="0" smtClean="0"/>
              <a:t>    6 root      20   0       0      0      0 S   0,0  0,0   8:25.04 kworker/u40:0        </a:t>
            </a:r>
          </a:p>
          <a:p>
            <a:r>
              <a:rPr lang="nl-BE" sz="1600" dirty="0" smtClean="0"/>
              <a:t>    8 root      20   0       0      0      0 S   0,0  0,0  21:00.97 rcu_sched            </a:t>
            </a:r>
          </a:p>
          <a:p>
            <a:r>
              <a:rPr lang="nl-BE" sz="1600" dirty="0" smtClean="0"/>
              <a:t>    9 root      20   0       0      0      0 S   0,0  0,0   0:54.34 rcuos/0              </a:t>
            </a:r>
          </a:p>
          <a:p>
            <a:r>
              <a:rPr lang="nl-BE" sz="1600" dirty="0" smtClean="0"/>
              <a:t>   10 root      20   0       0      0      0 S   0,0  0,0   8:31.40 rcuos/1              </a:t>
            </a:r>
          </a:p>
          <a:p>
            <a:r>
              <a:rPr lang="nl-BE" sz="1600" dirty="0" smtClean="0"/>
              <a:t>   11 root      20   0       0      0      0 S   0,0  0,0   0:47.52 rcuos/2              </a:t>
            </a:r>
          </a:p>
          <a:p>
            <a:r>
              <a:rPr lang="nl-BE" sz="1600" dirty="0" smtClean="0"/>
              <a:t>   12 root      20   0       0      0      0 S   0,0  0,0   0:58.93 rcuos/3              </a:t>
            </a:r>
          </a:p>
          <a:p>
            <a:r>
              <a:rPr lang="nl-BE" sz="1600" dirty="0" smtClean="0"/>
              <a:t>   13 root      20   0       0      0      0 S   0,0  0,0   0:30.22 rcuos/4              </a:t>
            </a:r>
          </a:p>
          <a:p>
            <a:r>
              <a:rPr lang="nl-BE" sz="1600" dirty="0" smtClean="0"/>
              <a:t>   14 root      20   0       0      0      0 S   0,0  0,0  15:10.08 rcuos/5              </a:t>
            </a:r>
          </a:p>
          <a:p>
            <a:r>
              <a:rPr lang="nl-BE" sz="1600" dirty="0" smtClean="0"/>
              <a:t>   15 root      20   0       0      0      0 S   0,0  0,0   2:18.49 rcuos/6              </a:t>
            </a:r>
          </a:p>
          <a:p>
            <a:r>
              <a:rPr lang="nl-BE" sz="1600" dirty="0" smtClean="0"/>
              <a:t>   16 root      20   0       0      0      0 S   0,0  0,0   1:23.19 rcuos/7              </a:t>
            </a:r>
          </a:p>
          <a:p>
            <a:r>
              <a:rPr lang="nl-BE" sz="1600" dirty="0" smtClean="0"/>
              <a:t>   17 root      20   0       0      0      0 S   0,0  0,0   0:31.34 rcuos/8              </a:t>
            </a:r>
          </a:p>
          <a:p>
            <a:r>
              <a:rPr lang="nl-BE" sz="1600" dirty="0" smtClean="0"/>
              <a:t>   18 root      20   0       0      0      0 S   0,0  0,0   0:50.12 rcuos/9              </a:t>
            </a:r>
          </a:p>
          <a:p>
            <a:r>
              <a:rPr lang="nl-BE" sz="1600" dirty="0" smtClean="0"/>
              <a:t>   19 root      20   0       0      0      0 S   0,0  0,0   0:16.02 rcuos/10             </a:t>
            </a:r>
          </a:p>
          <a:p>
            <a:r>
              <a:rPr lang="nl-BE" sz="1600" dirty="0" smtClean="0"/>
              <a:t>   20 root      20   0       0      0      0 S   0,0  0,0   1:15.81 rcuos/11             </a:t>
            </a:r>
          </a:p>
        </p:txBody>
      </p:sp>
    </p:spTree>
    <p:extLst>
      <p:ext uri="{BB962C8B-B14F-4D97-AF65-F5344CB8AC3E}">
        <p14:creationId xmlns:p14="http://schemas.microsoft.com/office/powerpoint/2010/main" val="308862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4736" y="164880"/>
            <a:ext cx="7242688" cy="649408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nl-BE" sz="1600" dirty="0" smtClean="0">
                <a:solidFill>
                  <a:schemeClr val="bg1"/>
                </a:solidFill>
              </a:rPr>
              <a:t>Tasks: 333 total,   2 running, 330 sleeping,   1 stopped,   0 zombie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%Cpu(s): 20,0 us,  0,0 sy,  0,0 ni, 79,9 id,  0,0 wa,  0,0 hi,  0,0 si,  0,0 st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KiB Mem:  19804076+total, 13259345+used, 65447304 free,  1075368 buffers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KiB Swap: 19531264+total,    72036 used, 19524060+free. 12587646+cached Mem</a:t>
            </a:r>
          </a:p>
          <a:p>
            <a:endParaRPr lang="nl-BE" sz="1600" dirty="0" smtClean="0">
              <a:solidFill>
                <a:schemeClr val="bg1"/>
              </a:solidFill>
            </a:endParaRPr>
          </a:p>
          <a:p>
            <a:r>
              <a:rPr lang="nl-BE" sz="1600" dirty="0" smtClean="0">
                <a:solidFill>
                  <a:schemeClr val="bg1"/>
                </a:solidFill>
              </a:rPr>
              <a:t>  PID USER      PR  NI    VIRT    RES    SHR S  %CPU %MEM     TIME+ COMMAND  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5273 hforsb    20   0 1398236 492784  78964 R 400,3  0,2  71:34.28 qcprog.exe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5479 kronop    20   0   30516   3440   2772 R   0,3  0,0   0:00.01 top      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 1 root      20   0   34704   3400   1856 S   0,0  0,0   1:12.16 init     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 2 root      20   0       0      0      0 S   0,0  0,0   0:00.61 kthreadd 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 3 root      20   0       0      0      0 S   0,0  0,0   0:01.09 ksoftirqd/0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 5 root       0 -20       0      0      0 S   0,0  0,0   0:00.00 kworker/0:0H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 6 root      20   0       0      0      0 S   0,0  0,0   8:25.04 kworker/u40:0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 8 root      20   0       0      0      0 S   0,0  0,0  21:00.97 rcu_sched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 9 root      20   0       0      0      0 S   0,0  0,0   0:54.34 rcuos/0  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10 root      20   0       0      0      0 S   0,0  0,0   8:31.40 rcuos/1  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11 root      20   0       0      0      0 S   0,0  0,0   0:47.52 rcuos/2  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12 root      20   0       0      0      0 S   0,0  0,0   0:58.93 rcuos/3  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13 root      20   0       0      0      0 S   0,0  0,0   0:30.22 rcuos/4  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14 root      20   0       0      0      0 S   0,0  0,0  15:10.08 rcuos/5  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15 root      20   0       0      0      0 S   0,0  0,0   2:18.49 rcuos/6  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16 root      20   0       0      0      0 S   0,0  0,0   1:23.19 rcuos/7  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17 root      20   0       0      0      0 S   0,0  0,0   0:31.34 rcuos/8  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18 root      20   0       0      0      0 S   0,0  0,0   0:50.12 rcuos/9  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19 root      20   0       0      0      0 S   0,0  0,0   0:16.02 rcuos/10             </a:t>
            </a:r>
          </a:p>
          <a:p>
            <a:r>
              <a:rPr lang="nl-BE" sz="1600" dirty="0" smtClean="0">
                <a:solidFill>
                  <a:schemeClr val="bg1"/>
                </a:solidFill>
              </a:rPr>
              <a:t>   20 root      20   0       0      0      0 S   0,0  0,0   1:15.81 rcuos/11             </a:t>
            </a:r>
          </a:p>
        </p:txBody>
      </p:sp>
    </p:spTree>
    <p:extLst>
      <p:ext uri="{BB962C8B-B14F-4D97-AF65-F5344CB8AC3E}">
        <p14:creationId xmlns:p14="http://schemas.microsoft.com/office/powerpoint/2010/main" val="614104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9451" y="464698"/>
            <a:ext cx="6670622" cy="61247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nl-BE" sz="1400" dirty="0" smtClean="0">
                <a:solidFill>
                  <a:schemeClr val="bg1"/>
                </a:solidFill>
              </a:rPr>
              <a:t>Tasks: 333 total,   2 running, 330 sleeping,   1 stopped,   0 zombie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%Cpu(s): 20,0 us,  0,0 sy,  0,0 ni, 79,9 id,  0,0 wa,  0,0 hi,  0,0 si,  0,0 st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KiB Mem:  19804076+total, 13259345+used, 65447304 free,  1075368 buffers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KiB Swap: 19531264+total,    72036 used, 19524060+free. 12587646+cached Mem</a:t>
            </a:r>
          </a:p>
          <a:p>
            <a:endParaRPr lang="nl-BE" sz="1400" dirty="0" smtClean="0">
              <a:solidFill>
                <a:schemeClr val="bg1"/>
              </a:solidFill>
            </a:endParaRPr>
          </a:p>
          <a:p>
            <a:r>
              <a:rPr lang="nl-BE" sz="1400" dirty="0" smtClean="0">
                <a:solidFill>
                  <a:schemeClr val="bg1"/>
                </a:solidFill>
              </a:rPr>
              <a:t>  PID USER      PR  NI    VIRT    RES    SHR S  %CPU %MEM     TIME+ COMMAND 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5273 hforsb    20   0 1398236 492784  78964 R 400,3  0,2  71:34.28 qcprog.exe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5479 kronop    20   0   30516   3440   2772 R   0,3  0,0   0:00.01 top     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 1 root      20   0   34704   3400   1856 S   0,0  0,0   1:12.16 init    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 2 root      20   0       0      0      0 S   0,0  0,0   0:00.61 kthreadd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 3 root      20   0       0      0      0 S   0,0  0,0   0:01.09 ksoftirqd/0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 5 root       0 -20       0      0      0 S   0,0  0,0   0:00.00 kworker/0:0H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 6 root      20   0       0      0      0 S   0,0  0,0   8:25.04 kworker/u40:0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 8 root      20   0       0      0      0 S   0,0  0,0  21:00.97 rcu_sched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 9 root      20   0       0      0      0 S   0,0  0,0   0:54.34 rcuos/0 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10 root      20   0       0      0      0 S   0,0  0,0   8:31.40 rcuos/1 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11 root      20   0       0      0      0 S   0,0  0,0   0:47.52 rcuos/2 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12 root      20   0       0      0      0 S   0,0  0,0   0:58.93 rcuos/3 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13 root      20   0       0      0      0 S   0,0  0,0   0:30.22 rcuos/4 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14 root      20   0       0      0      0 S   0,0  0,0  15:10.08 rcuos/5 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15 root      20   0       0      0      0 S   0,0  0,0   2:18.49 rcuos/6 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16 root      20   0       0      0      0 S   0,0  0,0   1:23.19 rcuos/7 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17 root      20   0       0      0      0 S   0,0  0,0   0:31.34 rcuos/8 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18 root      20   0       0      0      0 S   0,0  0,0   0:50.12 rcuos/9 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19 root      20   0       0      0      0 S   0,0  0,0   0:16.02 rcuos/10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20 root      20   0       0      0      0 S   0,0  0,0   1:15.81 rcuos/11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21 root      20   0       0      0      0 S   0,0  0,0   0:21.05 rcuos/12             </a:t>
            </a:r>
          </a:p>
          <a:p>
            <a:r>
              <a:rPr lang="nl-BE" sz="1400" dirty="0" smtClean="0">
                <a:solidFill>
                  <a:schemeClr val="bg1"/>
                </a:solidFill>
              </a:rPr>
              <a:t>   22 root      20   0       0      0      0 S   0,0  0,0   0:21.75 rcuos/13 </a:t>
            </a:r>
            <a:endParaRPr lang="nl-BE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4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</TotalTime>
  <Words>1055</Words>
  <Application>Microsoft Office PowerPoint</Application>
  <PresentationFormat>On-screen Show (4:3)</PresentationFormat>
  <Paragraphs>80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UHasselt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Stefan Knippenberg</dc:creator>
  <cp:lastModifiedBy>Stefan Knippenberg</cp:lastModifiedBy>
  <cp:revision>3</cp:revision>
  <dcterms:created xsi:type="dcterms:W3CDTF">2018-02-15T11:45:35Z</dcterms:created>
  <dcterms:modified xsi:type="dcterms:W3CDTF">2018-02-15T12:03:36Z</dcterms:modified>
</cp:coreProperties>
</file>